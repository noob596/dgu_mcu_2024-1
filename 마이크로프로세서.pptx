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53"/>
    <p:restoredTop sz="94666"/>
  </p:normalViewPr>
  <p:slideViewPr>
    <p:cSldViewPr snapToGrid="0">
      <p:cViewPr varScale="1">
        <p:scale>
          <a:sx n="102" d="100"/>
          <a:sy n="102" d="100"/>
        </p:scale>
        <p:origin x="2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614576-886A-08B9-99E3-BCAAE8C6BA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BD2A92A-CE32-E8DA-395F-C257388D0D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A915A9-86BC-5250-D343-6204A3B81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C9977-C3F8-064C-AE08-D86773B6FD65}" type="datetimeFigureOut">
              <a:rPr kumimoji="1" lang="ko-KR" altLang="en-US" smtClean="0"/>
              <a:t>2024. 6. 7.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BBCD58-71AD-B759-1A23-DFA38680C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B78E7E-A8C3-36EA-7C8B-5E29C2C9A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69468-99F2-D24B-A5EA-BC79C2F8515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62239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A6A101-82AE-D456-F495-05C2F9D18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760AF6-B01D-DAC6-DB6A-44155D28A3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4DDA1D-0F3F-EFB6-44DD-B42953399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C9977-C3F8-064C-AE08-D86773B6FD65}" type="datetimeFigureOut">
              <a:rPr kumimoji="1" lang="ko-KR" altLang="en-US" smtClean="0"/>
              <a:t>2024. 6. 7.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B12DFB4-E44A-F161-8806-248BCD7B5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D8DA87F-028E-CB23-AD99-3DA29618A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69468-99F2-D24B-A5EA-BC79C2F8515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36627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F25609-42B3-3FA9-570A-921AE653E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6FDE49D-FA46-9558-515B-93AD9C2075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5A93D25-1C62-93E0-4F3F-42C6C5289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C9977-C3F8-064C-AE08-D86773B6FD65}" type="datetimeFigureOut">
              <a:rPr kumimoji="1" lang="ko-KR" altLang="en-US" smtClean="0"/>
              <a:t>2024. 6. 7.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B15B6E-1FBE-AC41-B97B-B0C9C83FE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F9078CD-D7A3-B2DD-DC5D-A3CE5E22F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69468-99F2-D24B-A5EA-BC79C2F8515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82316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3C3799-1DCE-660D-5BA9-02F1F2754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07D457-0E9E-C5A9-4C28-58276E32BE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FA76A79-A635-44BB-64C1-ADEE925114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6193C11-D08A-C0D8-6BFD-8C9430155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C9977-C3F8-064C-AE08-D86773B6FD65}" type="datetimeFigureOut">
              <a:rPr kumimoji="1" lang="ko-KR" altLang="en-US" smtClean="0"/>
              <a:t>2024. 6. 7.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AAD1C97-5A8F-7010-A7B2-B7DE85E96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4DB53DA-2D6D-71D2-DAC7-B7D0E9292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69468-99F2-D24B-A5EA-BC79C2F8515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34134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B74057-94A2-7326-3205-68E8BB190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82BEC88-5A90-F319-55E7-CAF74B2F41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23CA241-5710-D480-6BE7-D63350A2E1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3D39711-2F4A-549A-775C-1662B064DB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624081E-E404-FFD5-8407-B7EA28BF8F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2FB0AD9-4C5C-DB28-6042-59A45F394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C9977-C3F8-064C-AE08-D86773B6FD65}" type="datetimeFigureOut">
              <a:rPr kumimoji="1" lang="ko-KR" altLang="en-US" smtClean="0"/>
              <a:t>2024. 6. 7.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3E4FC51-3E93-777F-504D-0478B81F7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230B0CD-0D9E-D6F3-B6D7-5E5D77EB4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69468-99F2-D24B-A5EA-BC79C2F8515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144599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9E592E-FC8A-AD4A-FF5E-BF50D7143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631A13F-96FF-FCE8-C117-E9AD25A88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C9977-C3F8-064C-AE08-D86773B6FD65}" type="datetimeFigureOut">
              <a:rPr kumimoji="1" lang="ko-KR" altLang="en-US" smtClean="0"/>
              <a:t>2024. 6. 7.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88C5F13-BEC8-A1EE-2D97-A7C41E28B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F5D12F-7A60-B09B-3E6A-2F2C10E93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69468-99F2-D24B-A5EA-BC79C2F8515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29299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8D73108-53C5-ED5A-FA77-A893BD386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C9977-C3F8-064C-AE08-D86773B6FD65}" type="datetimeFigureOut">
              <a:rPr kumimoji="1" lang="ko-KR" altLang="en-US" smtClean="0"/>
              <a:t>2024. 6. 7.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1582D5F-0BA3-B56E-F5F4-41D329A4B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2C0F367-1E31-7BD0-16A1-9ED74402D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69468-99F2-D24B-A5EA-BC79C2F8515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80483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74E604-1699-086A-C415-8652C243B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9BA621-17D5-4708-52B3-093A5DD40A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06D662C-B9FA-5A58-D6FB-F8DEABFA22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2887F14-6961-2CE6-F343-81B928132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C9977-C3F8-064C-AE08-D86773B6FD65}" type="datetimeFigureOut">
              <a:rPr kumimoji="1" lang="ko-KR" altLang="en-US" smtClean="0"/>
              <a:t>2024. 6. 7.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44BC68E-21C3-98DC-5CAC-88FAE1A60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0F0FF86-6CEE-1034-1BC0-132D552D1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69468-99F2-D24B-A5EA-BC79C2F8515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20149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6F6825-2B04-C260-2473-F109024F5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621C647-6303-55AE-439B-8DFEF7A6BC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E41929C-780A-F00F-869A-C546D9DEC7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C3B1F30-038A-FFEF-B4AA-18A573916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C9977-C3F8-064C-AE08-D86773B6FD65}" type="datetimeFigureOut">
              <a:rPr kumimoji="1" lang="ko-KR" altLang="en-US" smtClean="0"/>
              <a:t>2024. 6. 7.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C9AD3DB-2A65-F128-5B13-46A1AA7A2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99B5386-04FE-5AD8-F324-7A3ED1047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69468-99F2-D24B-A5EA-BC79C2F8515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475223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CCC176-2B58-6DC1-172C-07420E2F4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3D80583-F4AA-5DE4-23A2-D8F92C3927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80A96C-6C4F-BD8C-F301-F028C7A05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C9977-C3F8-064C-AE08-D86773B6FD65}" type="datetimeFigureOut">
              <a:rPr kumimoji="1" lang="ko-KR" altLang="en-US" smtClean="0"/>
              <a:t>2024. 6. 7.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2FB55E1-D2A1-E495-7D3B-3002BC05A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695CA8-B0AE-5B77-28C0-ADE27BB18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69468-99F2-D24B-A5EA-BC79C2F8515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38869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C4369D5-AF30-2F0F-3588-3D66FFDA12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2E7E673-97F1-FF13-3934-28E80F61E8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14D875-A673-199A-E4C5-33EA3B019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C9977-C3F8-064C-AE08-D86773B6FD65}" type="datetimeFigureOut">
              <a:rPr kumimoji="1" lang="ko-KR" altLang="en-US" smtClean="0"/>
              <a:t>2024. 6. 7.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02694D-2944-A325-A2E0-3080F5DC2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68C1F1-4D58-5729-BD50-F53E328AB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69468-99F2-D24B-A5EA-BC79C2F8515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29115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EE3E0CC-C0E3-5BC6-3BF0-27921F568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9F57092-71EB-6F99-202A-5B10A8ED15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D48786-7E40-4911-F3F1-DEECA6DC3F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0C9977-C3F8-064C-AE08-D86773B6FD65}" type="datetimeFigureOut">
              <a:rPr kumimoji="1" lang="ko-KR" altLang="en-US" smtClean="0"/>
              <a:t>2024. 6. 7.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C498BA-99A3-5FDE-194B-62B0165ADE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E19A94-AD4C-324E-05E2-779F35B1EB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569468-99F2-D24B-A5EA-BC79C2F8515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90285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7C1F37-A400-94DC-0006-544DBAF45F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ko-KR" altLang="en-US" dirty="0"/>
              <a:t>마이크로프로세서 기말 프로젝트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6B91593-2AB0-1BA3-4346-8F5379B5CE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ko-KR" dirty="0"/>
              <a:t>2020111898</a:t>
            </a:r>
            <a:r>
              <a:rPr kumimoji="1" lang="ko-KR" altLang="en-US" dirty="0"/>
              <a:t> 김성진</a:t>
            </a:r>
          </a:p>
        </p:txBody>
      </p:sp>
    </p:spTree>
    <p:extLst>
      <p:ext uri="{BB962C8B-B14F-4D97-AF65-F5344CB8AC3E}">
        <p14:creationId xmlns:p14="http://schemas.microsoft.com/office/powerpoint/2010/main" val="2394303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8F37B5-B542-A5AD-90AF-E6521D67C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ko-KR" altLang="en-US" dirty="0"/>
              <a:t>구현 성공 과제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13261BF-B7C6-F83F-2B8F-5C2CDDCB8F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ko-KR" altLang="en-US" dirty="0"/>
              <a:t>추가 문제를 포함한 문제 전체</a:t>
            </a:r>
          </a:p>
        </p:txBody>
      </p:sp>
    </p:spTree>
    <p:extLst>
      <p:ext uri="{BB962C8B-B14F-4D97-AF65-F5344CB8AC3E}">
        <p14:creationId xmlns:p14="http://schemas.microsoft.com/office/powerpoint/2010/main" val="25018737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C92459-917E-656B-FF8B-CEBE51605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구현에 사용한 주요 </a:t>
            </a:r>
            <a:r>
              <a:rPr kumimoji="1" lang="en-US" altLang="ko-KR" dirty="0"/>
              <a:t>Logic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8FA2E1-9E85-E73E-D8A3-548FC3F05B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kumimoji="1" lang="ko-KR" altLang="en-US" dirty="0"/>
              <a:t>더블클릭 </a:t>
            </a:r>
            <a:r>
              <a:rPr kumimoji="1" lang="en-US" altLang="ko-KR" dirty="0"/>
              <a:t>logic</a:t>
            </a:r>
          </a:p>
          <a:p>
            <a:pPr marL="0" indent="0">
              <a:buNone/>
            </a:pPr>
            <a:r>
              <a:rPr kumimoji="1" lang="en-US" altLang="ko-KR" dirty="0"/>
              <a:t> </a:t>
            </a:r>
            <a:r>
              <a:rPr kumimoji="1" lang="en-US" altLang="ko-KR" sz="2000" dirty="0"/>
              <a:t>if(</a:t>
            </a:r>
            <a:r>
              <a:rPr kumimoji="1" lang="ko-KR" altLang="en-US" sz="2000" dirty="0"/>
              <a:t>버튼이 눌렸을 때</a:t>
            </a:r>
            <a:r>
              <a:rPr kumimoji="1" lang="en-US" altLang="ko-KR" sz="2000" dirty="0"/>
              <a:t>){</a:t>
            </a:r>
          </a:p>
          <a:p>
            <a:pPr marL="0" indent="0">
              <a:buNone/>
            </a:pPr>
            <a:r>
              <a:rPr kumimoji="1" lang="en-US" altLang="ko-KR" sz="2000" dirty="0"/>
              <a:t>	if(</a:t>
            </a:r>
            <a:r>
              <a:rPr kumimoji="1" lang="ko-KR" altLang="en-US" sz="2000" dirty="0"/>
              <a:t>버튼이 </a:t>
            </a:r>
            <a:r>
              <a:rPr kumimoji="1" lang="en-US" altLang="ko-KR" sz="2000" dirty="0"/>
              <a:t>1</a:t>
            </a:r>
            <a:r>
              <a:rPr kumimoji="1" lang="ko-KR" altLang="en-US" sz="2000" dirty="0"/>
              <a:t>번 눌림 </a:t>
            </a:r>
            <a:r>
              <a:rPr kumimoji="1" lang="en-US" altLang="ko-KR" sz="2000" dirty="0"/>
              <a:t>&amp;&amp;</a:t>
            </a:r>
            <a:r>
              <a:rPr kumimoji="1" lang="ko-KR" altLang="en-US" sz="2000" dirty="0"/>
              <a:t> </a:t>
            </a:r>
            <a:r>
              <a:rPr kumimoji="1" lang="en-US" altLang="ko-KR" sz="2000" dirty="0"/>
              <a:t>timer &lt; 0.3</a:t>
            </a:r>
            <a:r>
              <a:rPr kumimoji="1" lang="ko-KR" altLang="en-US" sz="2000" dirty="0"/>
              <a:t>초</a:t>
            </a:r>
            <a:r>
              <a:rPr kumimoji="1" lang="en-US" altLang="ko-KR" sz="2000" dirty="0"/>
              <a:t>)</a:t>
            </a:r>
          </a:p>
          <a:p>
            <a:pPr marL="0" indent="0">
              <a:buNone/>
            </a:pPr>
            <a:r>
              <a:rPr kumimoji="1" lang="en-US" altLang="ko-KR" sz="2000" dirty="0"/>
              <a:t>		</a:t>
            </a:r>
            <a:r>
              <a:rPr kumimoji="1" lang="ko-KR" altLang="en-US" sz="2000" dirty="0"/>
              <a:t>더블클릭 발생</a:t>
            </a:r>
            <a:endParaRPr kumimoji="1" lang="en-US" altLang="ko-KR" sz="2000" dirty="0"/>
          </a:p>
          <a:p>
            <a:pPr marL="0" indent="0">
              <a:buNone/>
            </a:pPr>
            <a:r>
              <a:rPr kumimoji="1" lang="en-US" altLang="ko-KR" sz="2000" dirty="0"/>
              <a:t>	</a:t>
            </a:r>
            <a:r>
              <a:rPr kumimoji="1" lang="ko-KR" altLang="en-US" sz="2000" dirty="0"/>
              <a:t>버튼이 </a:t>
            </a:r>
            <a:r>
              <a:rPr kumimoji="1" lang="en-US" altLang="ko-KR" sz="2000" dirty="0"/>
              <a:t>1</a:t>
            </a:r>
            <a:r>
              <a:rPr kumimoji="1" lang="ko-KR" altLang="en-US" sz="2000" dirty="0"/>
              <a:t>번 눌림 </a:t>
            </a:r>
            <a:r>
              <a:rPr kumimoji="1" lang="en-US" altLang="ko-KR" sz="2000" dirty="0"/>
              <a:t>=</a:t>
            </a:r>
            <a:r>
              <a:rPr kumimoji="1" lang="ko-KR" altLang="en-US" sz="2000" dirty="0"/>
              <a:t> </a:t>
            </a:r>
            <a:r>
              <a:rPr kumimoji="1" lang="en-US" altLang="ko-KR" sz="2000" dirty="0"/>
              <a:t>1;</a:t>
            </a:r>
          </a:p>
          <a:p>
            <a:pPr marL="0" indent="0">
              <a:buNone/>
            </a:pPr>
            <a:r>
              <a:rPr kumimoji="1" lang="en-US" altLang="ko-KR" sz="2000" dirty="0"/>
              <a:t>	timer </a:t>
            </a:r>
            <a:r>
              <a:rPr kumimoji="1" lang="ko-KR" altLang="en-US" sz="2000" dirty="0"/>
              <a:t>초기화</a:t>
            </a:r>
            <a:endParaRPr kumimoji="1" lang="en-US" altLang="ko-KR" sz="2000" dirty="0"/>
          </a:p>
          <a:p>
            <a:pPr marL="0" indent="0">
              <a:buNone/>
            </a:pPr>
            <a:r>
              <a:rPr kumimoji="1" lang="en-US" altLang="ko-KR" sz="2000" dirty="0"/>
              <a:t>----------------------------------</a:t>
            </a:r>
            <a:endParaRPr kumimoji="1" lang="ko-KR" altLang="en-US" sz="2000" dirty="0"/>
          </a:p>
          <a:p>
            <a:pPr marL="0" indent="0">
              <a:buNone/>
            </a:pPr>
            <a:r>
              <a:rPr kumimoji="1" lang="en-US" altLang="ko-KR" sz="2000" dirty="0"/>
              <a:t>Timer interrupt</a:t>
            </a:r>
            <a:r>
              <a:rPr kumimoji="1" lang="ko-KR" altLang="en-US" sz="2000" dirty="0"/>
              <a:t> 내부</a:t>
            </a:r>
            <a:endParaRPr kumimoji="1" lang="en-US" altLang="ko-KR" sz="2000" dirty="0"/>
          </a:p>
          <a:p>
            <a:pPr marL="0" indent="0">
              <a:buNone/>
            </a:pPr>
            <a:r>
              <a:rPr kumimoji="1" lang="en-US" altLang="ko-KR" sz="2000" dirty="0"/>
              <a:t>	if(timer &gt; 0.3</a:t>
            </a:r>
            <a:r>
              <a:rPr kumimoji="1" lang="ko-KR" altLang="en-US" sz="2000" dirty="0"/>
              <a:t>초</a:t>
            </a:r>
            <a:r>
              <a:rPr kumimoji="1" lang="en-US" altLang="ko-KR" sz="2000" dirty="0"/>
              <a:t>)</a:t>
            </a:r>
          </a:p>
          <a:p>
            <a:pPr marL="0" indent="0">
              <a:buNone/>
            </a:pPr>
            <a:r>
              <a:rPr kumimoji="1" lang="en-US" altLang="ko-KR" sz="2000" dirty="0"/>
              <a:t>		</a:t>
            </a:r>
            <a:r>
              <a:rPr kumimoji="1" lang="ko-KR" altLang="en-US" sz="2000" dirty="0"/>
              <a:t>버튼이 </a:t>
            </a:r>
            <a:r>
              <a:rPr kumimoji="1" lang="en-US" altLang="ko-KR" sz="2000" dirty="0"/>
              <a:t>1</a:t>
            </a:r>
            <a:r>
              <a:rPr kumimoji="1" lang="ko-KR" altLang="en-US" sz="2000" dirty="0"/>
              <a:t>번 눌림 </a:t>
            </a:r>
            <a:r>
              <a:rPr kumimoji="1" lang="en-US" altLang="ko-KR" sz="2000" dirty="0"/>
              <a:t>=</a:t>
            </a:r>
            <a:r>
              <a:rPr kumimoji="1" lang="ko-KR" altLang="en-US" sz="2000" dirty="0"/>
              <a:t> </a:t>
            </a:r>
            <a:r>
              <a:rPr kumimoji="1" lang="en-US" altLang="ko-KR" sz="200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7528002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C92459-917E-656B-FF8B-CEBE51605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구현에 사용한 주요 </a:t>
            </a:r>
            <a:r>
              <a:rPr kumimoji="1" lang="en-US" altLang="ko-KR" dirty="0"/>
              <a:t>Logic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8FA2E1-9E85-E73E-D8A3-548FC3F05B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r>
              <a:rPr kumimoji="1" lang="ko-KR" altLang="en-US" dirty="0"/>
              <a:t>모터 정지</a:t>
            </a:r>
            <a:endParaRPr kumimoji="1" lang="en-US" altLang="ko-KR" dirty="0"/>
          </a:p>
          <a:p>
            <a:pPr marL="0" indent="0">
              <a:buNone/>
            </a:pPr>
            <a:r>
              <a:rPr kumimoji="1" lang="ko-KR" altLang="en-US" sz="2000" dirty="0"/>
              <a:t> 모터 움직임이 방해받는지 확인하기 위해 </a:t>
            </a:r>
            <a:r>
              <a:rPr kumimoji="1" lang="en-US" altLang="ko-KR" sz="2000" dirty="0"/>
              <a:t>timer interrupt </a:t>
            </a:r>
            <a:r>
              <a:rPr kumimoji="1" lang="ko-KR" altLang="en-US" sz="2000" dirty="0"/>
              <a:t>사용</a:t>
            </a:r>
            <a:endParaRPr kumimoji="1" lang="en-US" altLang="ko-KR" sz="2000" dirty="0"/>
          </a:p>
          <a:p>
            <a:pPr marL="0" indent="0">
              <a:buNone/>
            </a:pPr>
            <a:r>
              <a:rPr kumimoji="1" lang="ko-KR" altLang="en-US" sz="2000" dirty="0"/>
              <a:t> </a:t>
            </a:r>
            <a:r>
              <a:rPr kumimoji="1" lang="en-US" altLang="ko-KR" sz="2000" dirty="0"/>
              <a:t>timer</a:t>
            </a:r>
            <a:r>
              <a:rPr kumimoji="1" lang="ko-KR" altLang="en-US" sz="2000" dirty="0"/>
              <a:t> </a:t>
            </a:r>
            <a:r>
              <a:rPr kumimoji="1" lang="en-US" altLang="ko-KR" sz="2000" dirty="0"/>
              <a:t>interrupt</a:t>
            </a:r>
            <a:r>
              <a:rPr kumimoji="1" lang="ko-KR" altLang="en-US" sz="2000" dirty="0" err="1"/>
              <a:t>를</a:t>
            </a:r>
            <a:r>
              <a:rPr kumimoji="1" lang="ko-KR" altLang="en-US" sz="2000" dirty="0"/>
              <a:t> 통해 현재 </a:t>
            </a:r>
            <a:r>
              <a:rPr kumimoji="1" lang="ko-KR" altLang="en-US" sz="2000" dirty="0" err="1"/>
              <a:t>엔코더의</a:t>
            </a:r>
            <a:r>
              <a:rPr kumimoji="1" lang="ko-KR" altLang="en-US" sz="2000" dirty="0"/>
              <a:t> 위치와 과거 </a:t>
            </a:r>
            <a:r>
              <a:rPr kumimoji="1" lang="ko-KR" altLang="en-US" sz="2000" dirty="0" err="1"/>
              <a:t>엔코더의</a:t>
            </a:r>
            <a:r>
              <a:rPr kumimoji="1" lang="ko-KR" altLang="en-US" sz="2000" dirty="0"/>
              <a:t> 위치 차이를 이용</a:t>
            </a:r>
            <a:endParaRPr kumimoji="1" lang="en-US" altLang="ko-KR" sz="2000" dirty="0"/>
          </a:p>
          <a:p>
            <a:pPr marL="0" indent="0">
              <a:buNone/>
            </a:pPr>
            <a:r>
              <a:rPr kumimoji="1" lang="ko-KR" altLang="en-US" sz="2000" dirty="0"/>
              <a:t> 과거 </a:t>
            </a:r>
            <a:r>
              <a:rPr kumimoji="1" lang="ko-KR" altLang="en-US" sz="2000" dirty="0" err="1"/>
              <a:t>엔코더의</a:t>
            </a:r>
            <a:r>
              <a:rPr kumimoji="1" lang="ko-KR" altLang="en-US" sz="2000" dirty="0"/>
              <a:t> 위치 </a:t>
            </a:r>
            <a:r>
              <a:rPr kumimoji="1" lang="en-US" altLang="ko-KR" sz="2000" dirty="0"/>
              <a:t>=</a:t>
            </a:r>
            <a:r>
              <a:rPr kumimoji="1" lang="ko-KR" altLang="en-US" sz="2000" dirty="0"/>
              <a:t> 직전 </a:t>
            </a:r>
            <a:r>
              <a:rPr kumimoji="1" lang="en-US" altLang="ko-KR" sz="2000" dirty="0"/>
              <a:t>timer interrupt </a:t>
            </a:r>
            <a:r>
              <a:rPr kumimoji="1" lang="ko-KR" altLang="en-US" sz="2000" dirty="0"/>
              <a:t>발생 시 </a:t>
            </a:r>
            <a:r>
              <a:rPr kumimoji="1" lang="ko-KR" altLang="en-US" sz="2000" dirty="0" err="1"/>
              <a:t>엔코더의</a:t>
            </a:r>
            <a:r>
              <a:rPr kumimoji="1" lang="ko-KR" altLang="en-US" sz="2000" dirty="0"/>
              <a:t> 위치</a:t>
            </a:r>
            <a:endParaRPr kumimoji="1" lang="en-US" altLang="ko-KR" sz="2000" dirty="0"/>
          </a:p>
          <a:p>
            <a:pPr marL="0" indent="0">
              <a:buNone/>
            </a:pPr>
            <a:r>
              <a:rPr kumimoji="1" lang="en-US" altLang="ko-KR" sz="2000" dirty="0"/>
              <a:t>	if(</a:t>
            </a:r>
            <a:r>
              <a:rPr kumimoji="1" lang="ko-KR" altLang="en-US" sz="2000" dirty="0"/>
              <a:t>현재 </a:t>
            </a:r>
            <a:r>
              <a:rPr kumimoji="1" lang="ko-KR" altLang="en-US" sz="2000" dirty="0" err="1"/>
              <a:t>엔코더의</a:t>
            </a:r>
            <a:r>
              <a:rPr kumimoji="1" lang="ko-KR" altLang="en-US" sz="2000" dirty="0"/>
              <a:t> 위치 </a:t>
            </a:r>
            <a:r>
              <a:rPr kumimoji="1" lang="en-US" altLang="ko-KR" sz="2000" dirty="0"/>
              <a:t>==</a:t>
            </a:r>
            <a:r>
              <a:rPr kumimoji="1" lang="ko-KR" altLang="en-US" sz="2000" dirty="0"/>
              <a:t> 과거 </a:t>
            </a:r>
            <a:r>
              <a:rPr kumimoji="1" lang="ko-KR" altLang="en-US" sz="2000" dirty="0" err="1"/>
              <a:t>엔코더의</a:t>
            </a:r>
            <a:r>
              <a:rPr kumimoji="1" lang="ko-KR" altLang="en-US" sz="2000" dirty="0"/>
              <a:t> 위치</a:t>
            </a:r>
            <a:r>
              <a:rPr kumimoji="1" lang="en-US" altLang="ko-KR" sz="2000" dirty="0"/>
              <a:t>)</a:t>
            </a:r>
          </a:p>
          <a:p>
            <a:pPr marL="0" indent="0">
              <a:buNone/>
            </a:pPr>
            <a:r>
              <a:rPr kumimoji="1" lang="en-US" altLang="ko-KR" sz="2000" dirty="0"/>
              <a:t>		</a:t>
            </a:r>
            <a:r>
              <a:rPr kumimoji="1" lang="ko-KR" altLang="en-US" sz="2000" dirty="0"/>
              <a:t>모터 정지</a:t>
            </a:r>
            <a:endParaRPr kumimoji="1" lang="en-US" altLang="ko-KR" sz="2000" dirty="0"/>
          </a:p>
          <a:p>
            <a:pPr marL="0" indent="0">
              <a:buNone/>
            </a:pPr>
            <a:r>
              <a:rPr kumimoji="1" lang="en-US" altLang="ko-KR" sz="2000" dirty="0"/>
              <a:t>	</a:t>
            </a:r>
          </a:p>
          <a:p>
            <a:pPr marL="0" indent="0">
              <a:buNone/>
            </a:pPr>
            <a:r>
              <a:rPr kumimoji="1" lang="en-US" altLang="ko-KR" sz="2000" dirty="0"/>
              <a:t>	</a:t>
            </a:r>
            <a:r>
              <a:rPr kumimoji="1" lang="ko-KR" altLang="en-US" sz="2000" dirty="0"/>
              <a:t>다음 </a:t>
            </a:r>
            <a:r>
              <a:rPr kumimoji="1" lang="en-US" altLang="ko-KR" sz="2000" dirty="0"/>
              <a:t>timer interrupt </a:t>
            </a:r>
            <a:r>
              <a:rPr kumimoji="1" lang="ko-KR" altLang="en-US" sz="2000" dirty="0"/>
              <a:t>시 비교를 위해 현재 </a:t>
            </a:r>
            <a:r>
              <a:rPr kumimoji="1" lang="ko-KR" altLang="en-US" sz="2000" dirty="0" err="1"/>
              <a:t>엔코더의</a:t>
            </a:r>
            <a:r>
              <a:rPr kumimoji="1" lang="ko-KR" altLang="en-US" sz="2000" dirty="0"/>
              <a:t> 위치 값 저장</a:t>
            </a:r>
            <a:endParaRPr kumimoji="1" lang="en-US" altLang="ko-KR" sz="2000" dirty="0"/>
          </a:p>
          <a:p>
            <a:pPr marL="0" indent="0">
              <a:buNone/>
            </a:pPr>
            <a:r>
              <a:rPr kumimoji="1" lang="en-US" altLang="ko-KR" sz="2000" dirty="0"/>
              <a:t>	</a:t>
            </a:r>
          </a:p>
          <a:p>
            <a:pPr marL="0" indent="0">
              <a:buNone/>
            </a:pPr>
            <a:r>
              <a:rPr kumimoji="1" lang="ko-KR" altLang="en-US" sz="2000" dirty="0"/>
              <a:t> *오차를 줄이려면 </a:t>
            </a:r>
            <a:r>
              <a:rPr kumimoji="1" lang="en-US" altLang="ko-KR" sz="2000" dirty="0"/>
              <a:t>(</a:t>
            </a:r>
            <a:r>
              <a:rPr kumimoji="1" lang="ko-KR" altLang="en-US" sz="2000" dirty="0"/>
              <a:t> </a:t>
            </a:r>
            <a:r>
              <a:rPr kumimoji="1" lang="en-US" altLang="ko-KR" sz="2000" dirty="0"/>
              <a:t>(</a:t>
            </a:r>
            <a:r>
              <a:rPr kumimoji="1" lang="ko-KR" altLang="en-US" sz="2000" dirty="0"/>
              <a:t>현재 </a:t>
            </a:r>
            <a:r>
              <a:rPr kumimoji="1" lang="ko-KR" altLang="en-US" sz="2000" dirty="0" err="1"/>
              <a:t>엔코더의</a:t>
            </a:r>
            <a:r>
              <a:rPr kumimoji="1" lang="ko-KR" altLang="en-US" sz="2000" dirty="0"/>
              <a:t> 위치 </a:t>
            </a:r>
            <a:r>
              <a:rPr kumimoji="1" lang="en-US" altLang="ko-KR" sz="2000" dirty="0"/>
              <a:t>–</a:t>
            </a:r>
            <a:r>
              <a:rPr kumimoji="1" lang="ko-KR" altLang="en-US" sz="2000" dirty="0"/>
              <a:t> 과거 </a:t>
            </a:r>
            <a:r>
              <a:rPr kumimoji="1" lang="ko-KR" altLang="en-US" sz="2000" dirty="0" err="1"/>
              <a:t>엔코더의</a:t>
            </a:r>
            <a:r>
              <a:rPr kumimoji="1" lang="ko-KR" altLang="en-US" sz="2000" dirty="0"/>
              <a:t> 위치</a:t>
            </a:r>
            <a:r>
              <a:rPr kumimoji="1" lang="en-US" altLang="ko-KR" sz="2000" dirty="0"/>
              <a:t>)</a:t>
            </a:r>
            <a:r>
              <a:rPr kumimoji="1" lang="ko-KR" altLang="en-US" sz="2000" dirty="0"/>
              <a:t> </a:t>
            </a:r>
            <a:r>
              <a:rPr kumimoji="1" lang="en-US" altLang="ko-KR" sz="2000" dirty="0"/>
              <a:t>=</a:t>
            </a:r>
            <a:r>
              <a:rPr kumimoji="1" lang="ko-KR" altLang="en-US" sz="2000" dirty="0"/>
              <a:t> </a:t>
            </a:r>
            <a:r>
              <a:rPr kumimoji="1" lang="ko-KR" altLang="en-US" sz="2000" dirty="0" err="1"/>
              <a:t>엔코더변화량</a:t>
            </a:r>
            <a:r>
              <a:rPr kumimoji="1" lang="ko-KR" altLang="en-US" sz="2000" dirty="0"/>
              <a:t> </a:t>
            </a:r>
            <a:r>
              <a:rPr kumimoji="1" lang="en-US" altLang="ko-KR" sz="2000" dirty="0"/>
              <a:t>&lt;</a:t>
            </a:r>
            <a:r>
              <a:rPr kumimoji="1" lang="ko-KR" altLang="en-US" sz="2000" dirty="0"/>
              <a:t> 오차 </a:t>
            </a:r>
            <a:r>
              <a:rPr kumimoji="1" lang="en-US" altLang="ko-KR" sz="20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29160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C92459-917E-656B-FF8B-CEBE51605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구현에 사용한 주요 </a:t>
            </a:r>
            <a:r>
              <a:rPr kumimoji="1" lang="en-US" altLang="ko-KR" dirty="0"/>
              <a:t>Logic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8FA2E1-9E85-E73E-D8A3-548FC3F05B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kumimoji="1" lang="ko-KR" altLang="en-US" dirty="0"/>
              <a:t>회전 바퀴 수 계산</a:t>
            </a:r>
            <a:endParaRPr kumimoji="1" lang="en-US" altLang="ko-KR" dirty="0"/>
          </a:p>
          <a:p>
            <a:pPr marL="0" indent="0">
              <a:buNone/>
            </a:pPr>
            <a:r>
              <a:rPr kumimoji="1" lang="ko-KR" altLang="en-US" sz="2000" dirty="0"/>
              <a:t> </a:t>
            </a:r>
            <a:r>
              <a:rPr kumimoji="1" lang="ko-KR" altLang="en-US" sz="2000" dirty="0" err="1"/>
              <a:t>엔코더</a:t>
            </a:r>
            <a:r>
              <a:rPr kumimoji="1" lang="ko-KR" altLang="en-US" sz="2000" dirty="0"/>
              <a:t> 한 바퀴 회전 시 </a:t>
            </a:r>
            <a:r>
              <a:rPr kumimoji="1" lang="en-US" altLang="ko-KR" sz="2000" dirty="0"/>
              <a:t>count 670 </a:t>
            </a:r>
            <a:r>
              <a:rPr kumimoji="1" lang="ko-KR" altLang="en-US" sz="2000" dirty="0"/>
              <a:t>변화</a:t>
            </a:r>
            <a:r>
              <a:rPr kumimoji="1" lang="en-US" altLang="ko-KR" sz="2000" dirty="0"/>
              <a:t>,</a:t>
            </a:r>
            <a:r>
              <a:rPr kumimoji="1" lang="ko-KR" altLang="en-US" sz="2000" dirty="0"/>
              <a:t> 방향에 관계없이 증가하도록 설계</a:t>
            </a:r>
            <a:r>
              <a:rPr kumimoji="1" lang="en-US" altLang="ko-KR" sz="2000" dirty="0"/>
              <a:t>.	</a:t>
            </a:r>
          </a:p>
          <a:p>
            <a:pPr marL="0" indent="0">
              <a:buNone/>
            </a:pPr>
            <a:r>
              <a:rPr kumimoji="1" lang="ko-KR" altLang="en-US" sz="2000" dirty="0"/>
              <a:t> </a:t>
            </a:r>
            <a:r>
              <a:rPr kumimoji="1" lang="ko-KR" altLang="en-US" sz="2000" dirty="0" err="1"/>
              <a:t>엔코더</a:t>
            </a:r>
            <a:r>
              <a:rPr kumimoji="1" lang="ko-KR" altLang="en-US" sz="2000" dirty="0"/>
              <a:t> 수치가 </a:t>
            </a:r>
            <a:r>
              <a:rPr kumimoji="1" lang="en-US" altLang="ko-KR" sz="2000" dirty="0"/>
              <a:t>67</a:t>
            </a:r>
            <a:r>
              <a:rPr kumimoji="1" lang="ko-KR" altLang="en-US" sz="2000" dirty="0"/>
              <a:t>이 변화할 때 마다 </a:t>
            </a:r>
            <a:r>
              <a:rPr kumimoji="1" lang="en-US" altLang="ko-KR" sz="2000" dirty="0"/>
              <a:t>0.1</a:t>
            </a:r>
            <a:r>
              <a:rPr kumimoji="1" lang="ko-KR" altLang="en-US" sz="2000" dirty="0"/>
              <a:t>바퀴 회전했다는 의미</a:t>
            </a:r>
            <a:r>
              <a:rPr kumimoji="1" lang="en-US" altLang="ko-KR" sz="2000" dirty="0"/>
              <a:t>.</a:t>
            </a:r>
          </a:p>
          <a:p>
            <a:pPr marL="0" indent="0">
              <a:buNone/>
            </a:pPr>
            <a:r>
              <a:rPr kumimoji="1" lang="ko-KR" altLang="en-US" sz="2000" dirty="0"/>
              <a:t> 예</a:t>
            </a:r>
            <a:r>
              <a:rPr kumimoji="1" lang="en-US" altLang="ko-KR" sz="2000" dirty="0"/>
              <a:t>)</a:t>
            </a:r>
            <a:r>
              <a:rPr kumimoji="1" lang="ko-KR" altLang="en-US" sz="2000" dirty="0"/>
              <a:t> </a:t>
            </a:r>
            <a:r>
              <a:rPr kumimoji="1" lang="en-US" altLang="ko-KR" sz="2000" dirty="0"/>
              <a:t>3.5</a:t>
            </a:r>
            <a:r>
              <a:rPr kumimoji="1" lang="ko-KR" altLang="en-US" sz="2000" dirty="0"/>
              <a:t>바퀴를 계산하려면</a:t>
            </a:r>
            <a:r>
              <a:rPr kumimoji="1" lang="en-US" altLang="ko-KR" sz="2000" dirty="0"/>
              <a:t> cycle = 35</a:t>
            </a:r>
            <a:r>
              <a:rPr kumimoji="1" lang="ko-KR" altLang="en-US" sz="2000" dirty="0"/>
              <a:t> 라는 변수를 선언하고</a:t>
            </a:r>
            <a:r>
              <a:rPr kumimoji="1" lang="en-US" altLang="ko-KR" sz="2000" dirty="0"/>
              <a:t>,</a:t>
            </a:r>
            <a:r>
              <a:rPr kumimoji="1" lang="ko-KR" altLang="en-US" sz="2000" dirty="0"/>
              <a:t> </a:t>
            </a:r>
            <a:r>
              <a:rPr kumimoji="1" lang="ko-KR" altLang="en-US" sz="2000" dirty="0" err="1"/>
              <a:t>엔코더</a:t>
            </a:r>
            <a:r>
              <a:rPr kumimoji="1" lang="ko-KR" altLang="en-US" sz="2000" dirty="0"/>
              <a:t> 수치가 </a:t>
            </a:r>
            <a:r>
              <a:rPr kumimoji="1" lang="en-US" altLang="ko-KR" sz="2000" dirty="0"/>
              <a:t>67 </a:t>
            </a:r>
            <a:r>
              <a:rPr kumimoji="1" lang="ko-KR" altLang="en-US" sz="2000" dirty="0"/>
              <a:t>변화할 때</a:t>
            </a:r>
            <a:endParaRPr kumimoji="1" lang="en-US" altLang="ko-KR" sz="2000" dirty="0"/>
          </a:p>
          <a:p>
            <a:pPr marL="0" indent="0">
              <a:buNone/>
            </a:pPr>
            <a:r>
              <a:rPr kumimoji="1" lang="ko-KR" altLang="en-US" sz="2000" dirty="0"/>
              <a:t>  마다</a:t>
            </a:r>
            <a:r>
              <a:rPr kumimoji="1" lang="en-US" altLang="ko-KR" sz="2000" dirty="0"/>
              <a:t> cycle 1</a:t>
            </a:r>
            <a:r>
              <a:rPr kumimoji="1" lang="ko-KR" altLang="en-US" sz="2000" dirty="0"/>
              <a:t> 감소 및 현재 </a:t>
            </a:r>
            <a:r>
              <a:rPr kumimoji="1" lang="ko-KR" altLang="en-US" sz="2000" dirty="0" err="1"/>
              <a:t>엔코더</a:t>
            </a:r>
            <a:r>
              <a:rPr kumimoji="1" lang="ko-KR" altLang="en-US" sz="2000" dirty="0"/>
              <a:t> 수치 초기화</a:t>
            </a:r>
            <a:endParaRPr kumimoji="1" lang="en-US" altLang="ko-KR" sz="2000" dirty="0"/>
          </a:p>
          <a:p>
            <a:pPr marL="0" indent="0">
              <a:buNone/>
            </a:pPr>
            <a:r>
              <a:rPr kumimoji="1" lang="en-US" altLang="ko-KR" sz="2000" dirty="0"/>
              <a:t>	if(</a:t>
            </a:r>
            <a:r>
              <a:rPr kumimoji="1" lang="ko-KR" altLang="en-US" sz="2000" dirty="0" err="1"/>
              <a:t>엔코더</a:t>
            </a:r>
            <a:r>
              <a:rPr kumimoji="1" lang="ko-KR" altLang="en-US" sz="2000" dirty="0"/>
              <a:t> 수치 </a:t>
            </a:r>
            <a:r>
              <a:rPr kumimoji="1" lang="en-US" altLang="ko-KR" sz="2000" dirty="0"/>
              <a:t>&gt;=</a:t>
            </a:r>
            <a:r>
              <a:rPr kumimoji="1" lang="ko-KR" altLang="en-US" sz="2000" dirty="0"/>
              <a:t> </a:t>
            </a:r>
            <a:r>
              <a:rPr kumimoji="1" lang="en-US" altLang="ko-KR" sz="2000" dirty="0"/>
              <a:t>67)</a:t>
            </a:r>
          </a:p>
          <a:p>
            <a:pPr marL="0" indent="0">
              <a:buNone/>
            </a:pPr>
            <a:r>
              <a:rPr kumimoji="1" lang="en-US" altLang="ko-KR" sz="2000" dirty="0"/>
              <a:t>		</a:t>
            </a:r>
            <a:r>
              <a:rPr kumimoji="1" lang="ko-KR" altLang="en-US" sz="2000" dirty="0" err="1"/>
              <a:t>엔코더</a:t>
            </a:r>
            <a:r>
              <a:rPr kumimoji="1" lang="ko-KR" altLang="en-US" sz="2000" dirty="0"/>
              <a:t> 수치 </a:t>
            </a:r>
            <a:r>
              <a:rPr kumimoji="1" lang="en-US" altLang="ko-KR" sz="2000" dirty="0"/>
              <a:t>=</a:t>
            </a:r>
            <a:r>
              <a:rPr kumimoji="1" lang="ko-KR" altLang="en-US" sz="2000" dirty="0"/>
              <a:t> </a:t>
            </a:r>
            <a:r>
              <a:rPr kumimoji="1" lang="en-US" altLang="ko-KR" sz="2000" dirty="0"/>
              <a:t>0</a:t>
            </a:r>
          </a:p>
          <a:p>
            <a:pPr marL="0" indent="0">
              <a:buNone/>
            </a:pPr>
            <a:r>
              <a:rPr kumimoji="1" lang="en-US" altLang="ko-KR" sz="2000" dirty="0"/>
              <a:t>		cycle -1 </a:t>
            </a:r>
          </a:p>
        </p:txBody>
      </p:sp>
    </p:spTree>
    <p:extLst>
      <p:ext uri="{BB962C8B-B14F-4D97-AF65-F5344CB8AC3E}">
        <p14:creationId xmlns:p14="http://schemas.microsoft.com/office/powerpoint/2010/main" val="3958911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C92459-917E-656B-FF8B-CEBE51605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구현에 사용한 주요 </a:t>
            </a:r>
            <a:r>
              <a:rPr kumimoji="1" lang="en-US" altLang="ko-KR" dirty="0"/>
              <a:t>Logic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8FA2E1-9E85-E73E-D8A3-548FC3F05B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kumimoji="1" lang="ko-KR" altLang="en-US" dirty="0"/>
              <a:t>회전 바퀴 수 근사치 계산</a:t>
            </a:r>
            <a:endParaRPr kumimoji="1" lang="en-US" altLang="ko-KR" dirty="0"/>
          </a:p>
          <a:p>
            <a:pPr marL="0" indent="0">
              <a:buNone/>
            </a:pPr>
            <a:r>
              <a:rPr kumimoji="1" lang="ko-KR" altLang="en-US" sz="2000" dirty="0"/>
              <a:t> 소수점 셋째 자리까지 계산하기 위해 근사치를 이용</a:t>
            </a:r>
            <a:r>
              <a:rPr kumimoji="1" lang="en-US" altLang="ko-KR" sz="2000" dirty="0"/>
              <a:t>.</a:t>
            </a:r>
          </a:p>
          <a:p>
            <a:pPr marL="0" indent="0">
              <a:buNone/>
            </a:pPr>
            <a:r>
              <a:rPr kumimoji="1" lang="ko-KR" altLang="en-US" sz="2000" dirty="0"/>
              <a:t> </a:t>
            </a:r>
            <a:r>
              <a:rPr kumimoji="1" lang="ko-KR" altLang="en-US" sz="2000" dirty="0" err="1"/>
              <a:t>엔코더</a:t>
            </a:r>
            <a:r>
              <a:rPr kumimoji="1" lang="ko-KR" altLang="en-US" sz="2000" dirty="0"/>
              <a:t> 수치 </a:t>
            </a:r>
            <a:r>
              <a:rPr kumimoji="1" lang="en-US" altLang="ko-KR" sz="2000" dirty="0"/>
              <a:t>670</a:t>
            </a:r>
            <a:r>
              <a:rPr kumimoji="1" lang="ko-KR" altLang="en-US" sz="2000" dirty="0"/>
              <a:t> 변화 시 </a:t>
            </a:r>
            <a:r>
              <a:rPr kumimoji="1" lang="en-US" altLang="ko-KR" sz="2000" dirty="0"/>
              <a:t>1</a:t>
            </a:r>
            <a:r>
              <a:rPr kumimoji="1" lang="ko-KR" altLang="en-US" sz="2000" dirty="0"/>
              <a:t>바퀴 </a:t>
            </a:r>
            <a:r>
              <a:rPr kumimoji="1" lang="en-US" altLang="ko-KR" sz="2000" dirty="0"/>
              <a:t>-&gt;</a:t>
            </a:r>
            <a:r>
              <a:rPr kumimoji="1" lang="ko-KR" altLang="en-US" sz="2000" dirty="0"/>
              <a:t> </a:t>
            </a:r>
            <a:r>
              <a:rPr kumimoji="1" lang="ko-KR" altLang="en-US" sz="2000" dirty="0" err="1"/>
              <a:t>엔코더</a:t>
            </a:r>
            <a:r>
              <a:rPr kumimoji="1" lang="ko-KR" altLang="en-US" sz="2000" dirty="0"/>
              <a:t> 수치 </a:t>
            </a:r>
            <a:r>
              <a:rPr kumimoji="1" lang="en-US" altLang="ko-KR" sz="2000" dirty="0"/>
              <a:t>1</a:t>
            </a:r>
            <a:r>
              <a:rPr kumimoji="1" lang="ko-KR" altLang="en-US" sz="2000" dirty="0"/>
              <a:t> 변화 시 약 </a:t>
            </a:r>
            <a:r>
              <a:rPr kumimoji="1" lang="en-US" altLang="ko-KR" sz="2000" dirty="0"/>
              <a:t>0.001429</a:t>
            </a:r>
            <a:r>
              <a:rPr kumimoji="1" lang="ko-KR" altLang="en-US" sz="2000" dirty="0"/>
              <a:t>바퀴</a:t>
            </a:r>
            <a:endParaRPr kumimoji="1" lang="en-US" altLang="ko-KR" sz="2000" dirty="0"/>
          </a:p>
          <a:p>
            <a:pPr marL="0" indent="0">
              <a:buNone/>
            </a:pPr>
            <a:r>
              <a:rPr kumimoji="1" lang="ko-KR" altLang="en-US" sz="2000" dirty="0"/>
              <a:t> *</a:t>
            </a:r>
            <a:r>
              <a:rPr kumimoji="1" lang="en-US" altLang="ko-KR" sz="2000" dirty="0"/>
              <a:t>msp430</a:t>
            </a:r>
            <a:r>
              <a:rPr kumimoji="1" lang="ko-KR" altLang="en-US" sz="2000" dirty="0"/>
              <a:t>은 </a:t>
            </a:r>
            <a:r>
              <a:rPr kumimoji="1" lang="en-US" altLang="ko-KR" sz="2000" dirty="0"/>
              <a:t>float </a:t>
            </a:r>
            <a:r>
              <a:rPr kumimoji="1" lang="ko-KR" altLang="en-US" sz="2000" dirty="0"/>
              <a:t>자료형 연산에 취약하므로 정수로 바꾸어 계산*</a:t>
            </a:r>
            <a:endParaRPr kumimoji="1" lang="en-US" altLang="ko-KR" sz="2000" dirty="0"/>
          </a:p>
          <a:p>
            <a:pPr marL="0" indent="0">
              <a:buNone/>
            </a:pPr>
            <a:endParaRPr kumimoji="1" lang="en-US" altLang="ko-KR" sz="2000" dirty="0"/>
          </a:p>
          <a:p>
            <a:pPr marL="0" indent="0">
              <a:buNone/>
            </a:pPr>
            <a:r>
              <a:rPr kumimoji="1" lang="ko-KR" altLang="en-US" sz="2000" dirty="0"/>
              <a:t>  따라서 </a:t>
            </a:r>
            <a:r>
              <a:rPr kumimoji="1" lang="en-US" altLang="ko-KR" sz="2000" dirty="0"/>
              <a:t>1</a:t>
            </a:r>
            <a:r>
              <a:rPr kumimoji="1" lang="ko-KR" altLang="en-US" sz="2000" dirty="0"/>
              <a:t>바퀴를 의미하는 </a:t>
            </a:r>
            <a:r>
              <a:rPr kumimoji="1" lang="en-US" altLang="ko-KR" sz="2000" dirty="0"/>
              <a:t>1,000,000</a:t>
            </a:r>
            <a:r>
              <a:rPr kumimoji="1" lang="ko-KR" altLang="en-US" sz="2000" dirty="0"/>
              <a:t> </a:t>
            </a:r>
            <a:r>
              <a:rPr kumimoji="1" lang="en-US" altLang="ko-KR" sz="2000" dirty="0"/>
              <a:t>(100</a:t>
            </a:r>
            <a:r>
              <a:rPr kumimoji="1" lang="ko-KR" altLang="en-US" sz="2000" dirty="0"/>
              <a:t>만</a:t>
            </a:r>
            <a:r>
              <a:rPr kumimoji="1" lang="en-US" altLang="ko-KR" sz="2000" dirty="0"/>
              <a:t>)</a:t>
            </a:r>
            <a:r>
              <a:rPr kumimoji="1" lang="ko-KR" altLang="en-US" sz="2000" dirty="0"/>
              <a:t>의 상수에서 </a:t>
            </a:r>
            <a:r>
              <a:rPr kumimoji="1" lang="en-US" altLang="ko-KR" sz="2000" dirty="0"/>
              <a:t>1429</a:t>
            </a:r>
            <a:r>
              <a:rPr kumimoji="1" lang="ko-KR" altLang="en-US" sz="2000" dirty="0" err="1"/>
              <a:t>를</a:t>
            </a:r>
            <a:r>
              <a:rPr kumimoji="1" lang="ko-KR" altLang="en-US" sz="2000" dirty="0"/>
              <a:t> 약 </a:t>
            </a:r>
            <a:r>
              <a:rPr kumimoji="1" lang="en-US" altLang="ko-KR" sz="2000" dirty="0"/>
              <a:t>670</a:t>
            </a:r>
            <a:r>
              <a:rPr kumimoji="1" lang="ko-KR" altLang="en-US" sz="2000" dirty="0"/>
              <a:t>번 빼면 된다</a:t>
            </a:r>
            <a:r>
              <a:rPr kumimoji="1" lang="en-US" altLang="ko-KR" sz="2000" dirty="0"/>
              <a:t>.</a:t>
            </a:r>
          </a:p>
          <a:p>
            <a:pPr marL="0" indent="0">
              <a:buNone/>
            </a:pPr>
            <a:endParaRPr kumimoji="1" lang="en-US" altLang="ko-KR" sz="2000" dirty="0"/>
          </a:p>
          <a:p>
            <a:pPr marL="0" indent="0">
              <a:buNone/>
            </a:pPr>
            <a:r>
              <a:rPr kumimoji="1" lang="ko-KR" altLang="en-US" sz="2000" dirty="0"/>
              <a:t> *</a:t>
            </a:r>
            <a:r>
              <a:rPr kumimoji="1" lang="en-US" altLang="ko-KR" sz="2000" dirty="0"/>
              <a:t>unsigned int </a:t>
            </a:r>
            <a:r>
              <a:rPr kumimoji="1" lang="ko-KR" altLang="en-US" sz="2000" dirty="0"/>
              <a:t>자료형의 최대값은 대략 </a:t>
            </a:r>
            <a:r>
              <a:rPr kumimoji="1" lang="en-US" altLang="ko-KR" sz="2000" dirty="0"/>
              <a:t>65000</a:t>
            </a:r>
            <a:r>
              <a:rPr kumimoji="1" lang="ko-KR" altLang="en-US" sz="2000" dirty="0"/>
              <a:t> 이므로 </a:t>
            </a:r>
            <a:r>
              <a:rPr kumimoji="1" lang="en-US" altLang="ko-KR" sz="2000" dirty="0"/>
              <a:t>signed long </a:t>
            </a:r>
            <a:r>
              <a:rPr kumimoji="1" lang="ko-KR" altLang="en-US" sz="2000" dirty="0"/>
              <a:t>자료형으로 변환*</a:t>
            </a:r>
            <a:endParaRPr kumimoji="1"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106314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C92459-917E-656B-FF8B-CEBE51605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구현에 사용한 주요 </a:t>
            </a:r>
            <a:r>
              <a:rPr kumimoji="1" lang="en-US" altLang="ko-KR" dirty="0"/>
              <a:t>Logic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8FA2E1-9E85-E73E-D8A3-548FC3F05B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kumimoji="1" lang="ko-KR" altLang="en-US" dirty="0"/>
              <a:t>회전 바퀴 수 근사 계산</a:t>
            </a:r>
          </a:p>
          <a:p>
            <a:pPr marL="0" indent="0">
              <a:buNone/>
            </a:pPr>
            <a:r>
              <a:rPr kumimoji="1" lang="ko-KR" altLang="en-US" sz="2000" dirty="0"/>
              <a:t> </a:t>
            </a:r>
            <a:r>
              <a:rPr kumimoji="1" lang="en-US" altLang="ko-KR" sz="2000" dirty="0"/>
              <a:t>-</a:t>
            </a:r>
            <a:r>
              <a:rPr kumimoji="1" lang="ko-KR" altLang="en-US" sz="2000" dirty="0" err="1"/>
              <a:t>엔코더</a:t>
            </a:r>
            <a:r>
              <a:rPr kumimoji="1" lang="ko-KR" altLang="en-US" sz="2000" dirty="0"/>
              <a:t> 인터럽트 발생</a:t>
            </a:r>
            <a:r>
              <a:rPr kumimoji="1" lang="en-US" altLang="ko-KR" sz="2000" dirty="0"/>
              <a:t>-</a:t>
            </a:r>
          </a:p>
          <a:p>
            <a:pPr marL="0" indent="0">
              <a:buNone/>
            </a:pPr>
            <a:r>
              <a:rPr kumimoji="1" lang="ko-KR" altLang="en-US" sz="2000" dirty="0"/>
              <a:t> </a:t>
            </a:r>
            <a:r>
              <a:rPr kumimoji="1" lang="en-US" altLang="ko-KR" sz="2000" dirty="0"/>
              <a:t>	(signed long)</a:t>
            </a:r>
            <a:r>
              <a:rPr kumimoji="1" lang="ko-KR" altLang="en-US" sz="2000" dirty="0"/>
              <a:t>원하는 바퀴 수 * </a:t>
            </a:r>
            <a:r>
              <a:rPr kumimoji="1" lang="en-US" altLang="ko-KR" sz="2000" dirty="0"/>
              <a:t>1,000,000</a:t>
            </a:r>
            <a:r>
              <a:rPr kumimoji="1" lang="ko-KR" altLang="en-US" sz="2000" dirty="0"/>
              <a:t> </a:t>
            </a:r>
            <a:r>
              <a:rPr kumimoji="1" lang="en-US" altLang="ko-KR" sz="2000" dirty="0"/>
              <a:t>–</a:t>
            </a:r>
            <a:r>
              <a:rPr kumimoji="1" lang="ko-KR" altLang="en-US" sz="2000" dirty="0"/>
              <a:t> </a:t>
            </a:r>
            <a:r>
              <a:rPr kumimoji="1" lang="en-US" altLang="ko-KR" sz="2000" dirty="0"/>
              <a:t>1429</a:t>
            </a:r>
            <a:r>
              <a:rPr kumimoji="1" lang="ko-KR" altLang="en-US" sz="2000" dirty="0"/>
              <a:t> 수행</a:t>
            </a:r>
            <a:endParaRPr kumimoji="1" lang="en-US" altLang="ko-KR" sz="2000" dirty="0"/>
          </a:p>
          <a:p>
            <a:pPr marL="0" indent="0">
              <a:buNone/>
            </a:pPr>
            <a:r>
              <a:rPr kumimoji="1" lang="en-US" altLang="ko-KR" sz="2000" dirty="0"/>
              <a:t>		if(</a:t>
            </a:r>
            <a:r>
              <a:rPr kumimoji="1" lang="ko-KR" altLang="en-US" sz="2000" dirty="0"/>
              <a:t> </a:t>
            </a:r>
            <a:r>
              <a:rPr kumimoji="1" lang="en-US" altLang="ko-KR" sz="2000" dirty="0"/>
              <a:t>(signed long)</a:t>
            </a:r>
            <a:r>
              <a:rPr kumimoji="1" lang="ko-KR" altLang="en-US" sz="2000" dirty="0"/>
              <a:t>원하는 바퀴 수 * </a:t>
            </a:r>
            <a:r>
              <a:rPr kumimoji="1" lang="en-US" altLang="ko-KR" sz="2000" dirty="0"/>
              <a:t>1000</a:t>
            </a:r>
            <a:r>
              <a:rPr kumimoji="1" lang="ko-KR" altLang="en-US" sz="2000" dirty="0"/>
              <a:t> </a:t>
            </a:r>
            <a:r>
              <a:rPr kumimoji="1" lang="en-US" altLang="ko-KR" sz="2000" dirty="0"/>
              <a:t>&lt;</a:t>
            </a:r>
            <a:r>
              <a:rPr kumimoji="1" lang="ko-KR" altLang="en-US" sz="2000" dirty="0"/>
              <a:t> </a:t>
            </a:r>
            <a:r>
              <a:rPr kumimoji="1" lang="en-US" altLang="ko-KR" sz="2000" dirty="0"/>
              <a:t>0)</a:t>
            </a:r>
          </a:p>
          <a:p>
            <a:pPr marL="0" indent="0">
              <a:buNone/>
            </a:pPr>
            <a:r>
              <a:rPr kumimoji="1" lang="en-US" altLang="ko-KR" sz="2000" dirty="0"/>
              <a:t>			</a:t>
            </a:r>
            <a:r>
              <a:rPr kumimoji="1" lang="ko-KR" altLang="en-US" sz="2000" dirty="0"/>
              <a:t>모터 정지 </a:t>
            </a:r>
            <a:r>
              <a:rPr kumimoji="1" lang="en-US" altLang="ko-KR" sz="2000" dirty="0"/>
              <a:t>(</a:t>
            </a:r>
            <a:r>
              <a:rPr kumimoji="1" lang="ko-KR" altLang="en-US" sz="2000" dirty="0"/>
              <a:t>문제 </a:t>
            </a:r>
            <a:r>
              <a:rPr kumimoji="1" lang="en-US" altLang="ko-KR" sz="2000" dirty="0"/>
              <a:t>1-4)</a:t>
            </a:r>
          </a:p>
          <a:p>
            <a:pPr marL="0" indent="0">
              <a:buNone/>
            </a:pPr>
            <a:r>
              <a:rPr kumimoji="1" lang="ko-KR" altLang="en-US" sz="2000" dirty="0"/>
              <a:t>예</a:t>
            </a:r>
            <a:r>
              <a:rPr kumimoji="1" lang="en-US" altLang="ko-KR" sz="2000" dirty="0"/>
              <a:t>)</a:t>
            </a:r>
            <a:r>
              <a:rPr kumimoji="1" lang="ko-KR" altLang="en-US" sz="2000" dirty="0"/>
              <a:t> </a:t>
            </a:r>
            <a:r>
              <a:rPr kumimoji="1" lang="en-US" altLang="ko-KR" sz="2000" dirty="0"/>
              <a:t>1.234</a:t>
            </a:r>
            <a:r>
              <a:rPr kumimoji="1" lang="ko-KR" altLang="en-US" sz="2000" dirty="0"/>
              <a:t> 바퀴를 </a:t>
            </a:r>
            <a:r>
              <a:rPr kumimoji="1" lang="en-US" altLang="ko-KR" sz="2000" dirty="0"/>
              <a:t>unsigned long </a:t>
            </a:r>
            <a:r>
              <a:rPr kumimoji="1" lang="ko-KR" altLang="en-US" sz="2000" dirty="0"/>
              <a:t>자료형을 이용하여 </a:t>
            </a:r>
            <a:r>
              <a:rPr kumimoji="1" lang="en-US" altLang="ko-KR" sz="2000" dirty="0"/>
              <a:t>1.234 * 1,000,000</a:t>
            </a:r>
            <a:r>
              <a:rPr kumimoji="1" lang="ko-KR" altLang="en-US" sz="2000" dirty="0"/>
              <a:t> 로 선언</a:t>
            </a:r>
            <a:endParaRPr kumimoji="1" lang="en-US" altLang="ko-KR" sz="2000" dirty="0"/>
          </a:p>
          <a:p>
            <a:pPr marL="0" indent="0">
              <a:buNone/>
            </a:pPr>
            <a:r>
              <a:rPr kumimoji="1" lang="en-US" altLang="ko-KR" sz="2000" dirty="0"/>
              <a:t>	</a:t>
            </a:r>
            <a:r>
              <a:rPr kumimoji="1" lang="ko-KR" altLang="en-US" sz="2000" dirty="0"/>
              <a:t>이후 </a:t>
            </a:r>
            <a:r>
              <a:rPr kumimoji="1" lang="ko-KR" altLang="en-US" sz="2000" dirty="0" err="1"/>
              <a:t>엔코더</a:t>
            </a:r>
            <a:r>
              <a:rPr kumimoji="1" lang="ko-KR" altLang="en-US" sz="2000" dirty="0"/>
              <a:t> 인터럽트가 발생할 때 마다 </a:t>
            </a:r>
            <a:r>
              <a:rPr kumimoji="1" lang="en-US" altLang="ko-KR" sz="2000" dirty="0"/>
              <a:t>1,234,000</a:t>
            </a:r>
            <a:r>
              <a:rPr kumimoji="1" lang="ko-KR" altLang="en-US" sz="2000" dirty="0"/>
              <a:t> </a:t>
            </a:r>
            <a:r>
              <a:rPr kumimoji="1" lang="en-US" altLang="ko-KR" sz="2000" dirty="0"/>
              <a:t>-1429 </a:t>
            </a:r>
            <a:r>
              <a:rPr kumimoji="1" lang="ko-KR" altLang="en-US" sz="2000" dirty="0"/>
              <a:t>계산</a:t>
            </a:r>
            <a:endParaRPr kumimoji="1"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35372635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C92459-917E-656B-FF8B-CEBE51605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구현에 사용한 주요 </a:t>
            </a:r>
            <a:r>
              <a:rPr kumimoji="1" lang="en-US" altLang="ko-KR" dirty="0"/>
              <a:t>Logic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8FA2E1-9E85-E73E-D8A3-548FC3F05B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kumimoji="1" lang="ko-KR" altLang="en-US" dirty="0"/>
              <a:t>문제 </a:t>
            </a:r>
            <a:r>
              <a:rPr kumimoji="1" lang="en-US" altLang="ko-KR" dirty="0"/>
              <a:t>4-5</a:t>
            </a:r>
            <a:endParaRPr kumimoji="1" lang="ko-KR" altLang="en-US" dirty="0"/>
          </a:p>
          <a:p>
            <a:pPr marL="0" indent="0">
              <a:buNone/>
            </a:pPr>
            <a:r>
              <a:rPr kumimoji="1" lang="ko-KR" altLang="en-US" sz="2000" dirty="0"/>
              <a:t>  모터의 회전 방향은 시계방향과 반시계방향 두가지이므로 </a:t>
            </a:r>
            <a:r>
              <a:rPr kumimoji="1" lang="en-US" altLang="ko-KR" sz="2000" dirty="0"/>
              <a:t>flag</a:t>
            </a:r>
            <a:r>
              <a:rPr kumimoji="1" lang="ko-KR" altLang="en-US" sz="2000" dirty="0"/>
              <a:t> 변수를 선언하여 제어</a:t>
            </a:r>
            <a:endParaRPr kumimoji="1" lang="en-US" altLang="ko-KR" sz="2000" dirty="0"/>
          </a:p>
          <a:p>
            <a:pPr marL="0" indent="0">
              <a:buNone/>
            </a:pPr>
            <a:r>
              <a:rPr kumimoji="1" lang="ko-KR" altLang="en-US" sz="2000" dirty="0"/>
              <a:t>  </a:t>
            </a:r>
            <a:r>
              <a:rPr kumimoji="1" lang="en-US" altLang="ko-KR" sz="2000" dirty="0" err="1"/>
              <a:t>pwm</a:t>
            </a:r>
            <a:r>
              <a:rPr kumimoji="1" lang="en-US" altLang="ko-KR" sz="2000" dirty="0"/>
              <a:t>[3] = {4, 8, 6} </a:t>
            </a:r>
            <a:r>
              <a:rPr kumimoji="1" lang="ko-KR" altLang="en-US" sz="2000" dirty="0" err="1"/>
              <a:t>으로</a:t>
            </a:r>
            <a:r>
              <a:rPr kumimoji="1" lang="ko-KR" altLang="en-US" sz="2000" dirty="0"/>
              <a:t> 선언하여 배열 </a:t>
            </a:r>
            <a:r>
              <a:rPr kumimoji="1" lang="en-US" altLang="ko-KR" sz="2000" dirty="0"/>
              <a:t>shift </a:t>
            </a:r>
            <a:r>
              <a:rPr kumimoji="1" lang="ko-KR" altLang="en-US" sz="2000" dirty="0"/>
              <a:t>함수를 만들어 </a:t>
            </a:r>
            <a:r>
              <a:rPr kumimoji="1" lang="en-US" altLang="ko-KR" sz="2000" dirty="0"/>
              <a:t>shifting </a:t>
            </a:r>
            <a:r>
              <a:rPr kumimoji="1" lang="ko-KR" altLang="en-US" sz="2000" dirty="0"/>
              <a:t>하여 이용</a:t>
            </a:r>
            <a:r>
              <a:rPr kumimoji="1" lang="en-US" altLang="ko-KR" sz="2000" dirty="0"/>
              <a:t>.</a:t>
            </a:r>
          </a:p>
          <a:p>
            <a:pPr marL="0" indent="0">
              <a:buNone/>
            </a:pPr>
            <a:r>
              <a:rPr kumimoji="1" lang="ko-KR" altLang="en-US" sz="2000" dirty="0"/>
              <a:t> 예</a:t>
            </a:r>
            <a:r>
              <a:rPr kumimoji="1" lang="en-US" altLang="ko-KR" sz="2000" dirty="0"/>
              <a:t>)</a:t>
            </a:r>
            <a:r>
              <a:rPr kumimoji="1" lang="ko-KR" altLang="en-US" sz="2000" dirty="0"/>
              <a:t> 첫 번째 사이클 </a:t>
            </a:r>
            <a:r>
              <a:rPr kumimoji="1" lang="en-US" altLang="ko-KR" sz="2000" dirty="0"/>
              <a:t>–</a:t>
            </a:r>
            <a:r>
              <a:rPr kumimoji="1" lang="ko-KR" altLang="en-US" sz="2000" dirty="0"/>
              <a:t> 모터 시계방향 회전</a:t>
            </a:r>
            <a:r>
              <a:rPr kumimoji="1" lang="en-US" altLang="ko-KR" sz="2000" dirty="0"/>
              <a:t>,</a:t>
            </a:r>
            <a:r>
              <a:rPr kumimoji="1" lang="ko-KR" altLang="en-US" sz="2000" dirty="0"/>
              <a:t> </a:t>
            </a:r>
            <a:r>
              <a:rPr kumimoji="1" lang="en-US" altLang="ko-KR" sz="2000" dirty="0" err="1"/>
              <a:t>pwm</a:t>
            </a:r>
            <a:r>
              <a:rPr kumimoji="1" lang="en-US" altLang="ko-KR" sz="2000" dirty="0"/>
              <a:t> = </a:t>
            </a:r>
            <a:r>
              <a:rPr kumimoji="1" lang="en-US" altLang="ko-KR" sz="2000" dirty="0" err="1"/>
              <a:t>pwm</a:t>
            </a:r>
            <a:r>
              <a:rPr kumimoji="1" lang="en-US" altLang="ko-KR" sz="2000" dirty="0"/>
              <a:t>[3] * 100 + </a:t>
            </a:r>
            <a:r>
              <a:rPr kumimoji="1" lang="en-US" altLang="ko-KR" sz="2000" dirty="0" err="1"/>
              <a:t>pwm</a:t>
            </a:r>
            <a:r>
              <a:rPr kumimoji="1" lang="en-US" altLang="ko-KR" sz="2000" dirty="0"/>
              <a:t>[2] *10 + </a:t>
            </a:r>
            <a:r>
              <a:rPr kumimoji="1" lang="en-US" altLang="ko-KR" sz="2000" dirty="0" err="1"/>
              <a:t>pwm</a:t>
            </a:r>
            <a:r>
              <a:rPr kumimoji="1" lang="en-US" altLang="ko-KR" sz="2000" dirty="0"/>
              <a:t>[0]</a:t>
            </a:r>
          </a:p>
          <a:p>
            <a:pPr marL="0" indent="0">
              <a:buNone/>
            </a:pPr>
            <a:r>
              <a:rPr kumimoji="1" lang="en-US" altLang="ko-KR" sz="2000" dirty="0"/>
              <a:t> 		</a:t>
            </a:r>
            <a:r>
              <a:rPr kumimoji="1" lang="ko-KR" altLang="en-US" sz="2000" dirty="0"/>
              <a:t>이후 </a:t>
            </a:r>
            <a:r>
              <a:rPr kumimoji="1" lang="en-US" altLang="ko-KR" sz="2000" dirty="0" err="1"/>
              <a:t>motor_flag</a:t>
            </a:r>
            <a:r>
              <a:rPr kumimoji="1" lang="en-US" altLang="ko-KR" sz="2000" dirty="0"/>
              <a:t> toggle, </a:t>
            </a:r>
            <a:r>
              <a:rPr kumimoji="1" lang="en-US" altLang="ko-KR" sz="2000" dirty="0" err="1"/>
              <a:t>pwm</a:t>
            </a:r>
            <a:r>
              <a:rPr kumimoji="1" lang="en-US" altLang="ko-KR" sz="2000" dirty="0"/>
              <a:t> </a:t>
            </a:r>
            <a:r>
              <a:rPr kumimoji="1" lang="ko-KR" altLang="en-US" sz="2000" dirty="0"/>
              <a:t>배열</a:t>
            </a:r>
            <a:r>
              <a:rPr kumimoji="1" lang="en-US" altLang="ko-KR" sz="2000" dirty="0"/>
              <a:t>shift (</a:t>
            </a:r>
            <a:r>
              <a:rPr kumimoji="1" lang="en-US" altLang="ko-KR" sz="2000" dirty="0" err="1"/>
              <a:t>pwm</a:t>
            </a:r>
            <a:r>
              <a:rPr kumimoji="1" lang="en-US" altLang="ko-KR" sz="2000" dirty="0"/>
              <a:t>[3] = {8, 6, 4}</a:t>
            </a:r>
          </a:p>
          <a:p>
            <a:pPr marL="0" indent="0">
              <a:buNone/>
            </a:pPr>
            <a:r>
              <a:rPr kumimoji="1" lang="en-US" altLang="ko-KR" sz="2000" dirty="0"/>
              <a:t> </a:t>
            </a:r>
          </a:p>
          <a:p>
            <a:pPr marL="0" indent="0">
              <a:buNone/>
            </a:pPr>
            <a:r>
              <a:rPr kumimoji="1" lang="ko-KR" altLang="en-US" sz="2000" dirty="0"/>
              <a:t>    두 번째 사이클 </a:t>
            </a:r>
            <a:r>
              <a:rPr kumimoji="1" lang="en-US" altLang="ko-KR" sz="2000" dirty="0"/>
              <a:t>–</a:t>
            </a:r>
            <a:r>
              <a:rPr kumimoji="1" lang="ko-KR" altLang="en-US" sz="2000" dirty="0"/>
              <a:t> 모터 반시계방향 회전</a:t>
            </a:r>
            <a:r>
              <a:rPr kumimoji="1" lang="en-US" altLang="ko-KR" sz="2000" dirty="0"/>
              <a:t>,</a:t>
            </a:r>
            <a:r>
              <a:rPr kumimoji="1" lang="ko-KR" altLang="en-US" sz="2000" dirty="0"/>
              <a:t> </a:t>
            </a:r>
            <a:r>
              <a:rPr kumimoji="1" lang="en-US" altLang="ko-KR" sz="2000" dirty="0" err="1"/>
              <a:t>pwm</a:t>
            </a:r>
            <a:r>
              <a:rPr kumimoji="1" lang="en-US" altLang="ko-KR" sz="2000" dirty="0"/>
              <a:t> = </a:t>
            </a:r>
            <a:r>
              <a:rPr kumimoji="1" lang="en-US" altLang="ko-KR" sz="2000" dirty="0" err="1"/>
              <a:t>pwm</a:t>
            </a:r>
            <a:r>
              <a:rPr kumimoji="1" lang="en-US" altLang="ko-KR" sz="2000" dirty="0"/>
              <a:t>[3] * 100 + </a:t>
            </a:r>
            <a:r>
              <a:rPr kumimoji="1" lang="en-US" altLang="ko-KR" sz="2000" dirty="0" err="1"/>
              <a:t>pwm</a:t>
            </a:r>
            <a:r>
              <a:rPr kumimoji="1" lang="en-US" altLang="ko-KR" sz="2000" dirty="0"/>
              <a:t>[2] *10 + </a:t>
            </a:r>
            <a:r>
              <a:rPr kumimoji="1" lang="en-US" altLang="ko-KR" sz="2000" dirty="0" err="1"/>
              <a:t>pwm</a:t>
            </a:r>
            <a:r>
              <a:rPr kumimoji="1" lang="en-US" altLang="ko-KR" sz="2000" dirty="0"/>
              <a:t>[0]</a:t>
            </a:r>
          </a:p>
          <a:p>
            <a:pPr marL="0" indent="0">
              <a:buNone/>
            </a:pPr>
            <a:r>
              <a:rPr kumimoji="1" lang="en-US" altLang="ko-KR" sz="2000" dirty="0"/>
              <a:t>		</a:t>
            </a:r>
            <a:r>
              <a:rPr kumimoji="1" lang="ko-KR" altLang="en-US" sz="2000" dirty="0"/>
              <a:t>이후 </a:t>
            </a:r>
            <a:r>
              <a:rPr kumimoji="1" lang="en-US" altLang="ko-KR" sz="2000" dirty="0" err="1"/>
              <a:t>motor_flag</a:t>
            </a:r>
            <a:r>
              <a:rPr kumimoji="1" lang="en-US" altLang="ko-KR" sz="2000" dirty="0"/>
              <a:t> toggle, </a:t>
            </a:r>
            <a:r>
              <a:rPr kumimoji="1" lang="en-US" altLang="ko-KR" sz="2000" dirty="0" err="1"/>
              <a:t>pwm</a:t>
            </a:r>
            <a:r>
              <a:rPr kumimoji="1" lang="en-US" altLang="ko-KR" sz="2000" dirty="0"/>
              <a:t> </a:t>
            </a:r>
            <a:r>
              <a:rPr kumimoji="1" lang="ko-KR" altLang="en-US" sz="2000" dirty="0"/>
              <a:t>배열</a:t>
            </a:r>
            <a:r>
              <a:rPr kumimoji="1" lang="en-US" altLang="ko-KR" sz="2000" dirty="0"/>
              <a:t>shift (</a:t>
            </a:r>
            <a:r>
              <a:rPr kumimoji="1" lang="en-US" altLang="ko-KR" sz="2000" dirty="0" err="1"/>
              <a:t>pwm</a:t>
            </a:r>
            <a:r>
              <a:rPr kumimoji="1" lang="en-US" altLang="ko-KR" sz="2000" dirty="0"/>
              <a:t>[3] = {6, 4, 8}</a:t>
            </a:r>
          </a:p>
          <a:p>
            <a:pPr marL="0" indent="0" algn="ctr">
              <a:buNone/>
            </a:pPr>
            <a:r>
              <a:rPr kumimoji="1" lang="en-US" altLang="ko-KR" sz="2000" dirty="0"/>
              <a:t>.</a:t>
            </a:r>
          </a:p>
          <a:p>
            <a:pPr marL="0" indent="0" algn="ctr">
              <a:buNone/>
            </a:pPr>
            <a:r>
              <a:rPr kumimoji="1" lang="en-US" altLang="ko-KR" sz="2000" dirty="0"/>
              <a:t>.</a:t>
            </a:r>
          </a:p>
          <a:p>
            <a:pPr marL="0" indent="0" algn="ctr">
              <a:buNone/>
            </a:pPr>
            <a:r>
              <a:rPr kumimoji="1" lang="en-US" altLang="ko-KR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073514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C92459-917E-656B-FF8B-CEBE51605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구현에 사용한 주요 </a:t>
            </a:r>
            <a:r>
              <a:rPr kumimoji="1" lang="en-US" altLang="ko-KR" dirty="0"/>
              <a:t>Logic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8FA2E1-9E85-E73E-D8A3-548FC3F05B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kumimoji="1" lang="ko-KR" altLang="en-US" dirty="0"/>
              <a:t>문제 </a:t>
            </a:r>
            <a:r>
              <a:rPr kumimoji="1" lang="en-US" altLang="ko-KR" dirty="0"/>
              <a:t>4-5</a:t>
            </a:r>
            <a:endParaRPr kumimoji="1" lang="ko-KR" altLang="en-US" dirty="0"/>
          </a:p>
          <a:p>
            <a:pPr marL="0" indent="0">
              <a:buNone/>
            </a:pPr>
            <a:r>
              <a:rPr kumimoji="1" lang="ko-KR" altLang="en-US" sz="2000" dirty="0"/>
              <a:t>  모터 회전</a:t>
            </a:r>
            <a:endParaRPr kumimoji="1" lang="en-US" altLang="ko-KR" sz="2000" dirty="0"/>
          </a:p>
          <a:p>
            <a:pPr marL="0" indent="0">
              <a:buNone/>
            </a:pPr>
            <a:r>
              <a:rPr kumimoji="1" lang="en-US" altLang="ko-KR" sz="2000" dirty="0"/>
              <a:t>	if(</a:t>
            </a:r>
            <a:r>
              <a:rPr kumimoji="1" lang="en-US" altLang="ko-KR" sz="2000" dirty="0" err="1"/>
              <a:t>motor_flag</a:t>
            </a:r>
            <a:r>
              <a:rPr kumimoji="1" lang="en-US" altLang="ko-KR" sz="2000" dirty="0"/>
              <a:t> == 1)</a:t>
            </a:r>
          </a:p>
          <a:p>
            <a:pPr marL="0" indent="0">
              <a:buNone/>
            </a:pPr>
            <a:r>
              <a:rPr kumimoji="1" lang="en-US" altLang="ko-KR" sz="2000" dirty="0"/>
              <a:t>		</a:t>
            </a:r>
            <a:r>
              <a:rPr kumimoji="1" lang="ko-KR" altLang="en-US" sz="2000" dirty="0"/>
              <a:t>시계방향 회전</a:t>
            </a:r>
            <a:endParaRPr kumimoji="1" lang="en-US" altLang="ko-KR" sz="2000" dirty="0"/>
          </a:p>
          <a:p>
            <a:pPr marL="0" indent="0">
              <a:buNone/>
            </a:pPr>
            <a:r>
              <a:rPr kumimoji="1" lang="en-US" altLang="ko-KR" sz="2000" dirty="0"/>
              <a:t>		</a:t>
            </a:r>
            <a:r>
              <a:rPr kumimoji="1" lang="en-US" altLang="ko-KR" sz="2000" dirty="0" err="1"/>
              <a:t>pwm</a:t>
            </a:r>
            <a:r>
              <a:rPr kumimoji="1" lang="en-US" altLang="ko-KR" sz="2000" dirty="0"/>
              <a:t> = </a:t>
            </a:r>
            <a:r>
              <a:rPr kumimoji="1" lang="en-US" altLang="ko-KR" sz="2000" dirty="0" err="1"/>
              <a:t>pwm</a:t>
            </a:r>
            <a:r>
              <a:rPr kumimoji="1" lang="en-US" altLang="ko-KR" sz="2000" dirty="0"/>
              <a:t>[3] * 100 + </a:t>
            </a:r>
            <a:r>
              <a:rPr kumimoji="1" lang="en-US" altLang="ko-KR" sz="2000" dirty="0" err="1"/>
              <a:t>pwm</a:t>
            </a:r>
            <a:r>
              <a:rPr kumimoji="1" lang="en-US" altLang="ko-KR" sz="2000" dirty="0"/>
              <a:t>[2] *10 + </a:t>
            </a:r>
            <a:r>
              <a:rPr kumimoji="1" lang="en-US" altLang="ko-KR" sz="2000" dirty="0" err="1"/>
              <a:t>pwm</a:t>
            </a:r>
            <a:r>
              <a:rPr kumimoji="1" lang="en-US" altLang="ko-KR" sz="2000" dirty="0"/>
              <a:t>[0]</a:t>
            </a:r>
          </a:p>
          <a:p>
            <a:pPr marL="0" indent="0">
              <a:buNone/>
            </a:pPr>
            <a:r>
              <a:rPr kumimoji="1" lang="en-US" altLang="ko-KR" sz="2000" dirty="0"/>
              <a:t>	if(</a:t>
            </a:r>
            <a:r>
              <a:rPr kumimoji="1" lang="en-US" altLang="ko-KR" sz="2000" dirty="0" err="1"/>
              <a:t>motor_flag</a:t>
            </a:r>
            <a:r>
              <a:rPr kumimoji="1" lang="en-US" altLang="ko-KR" sz="2000" dirty="0"/>
              <a:t> == 0)</a:t>
            </a:r>
          </a:p>
          <a:p>
            <a:pPr marL="0" indent="0">
              <a:buNone/>
            </a:pPr>
            <a:r>
              <a:rPr kumimoji="1" lang="en-US" altLang="ko-KR" sz="2000" dirty="0"/>
              <a:t>		</a:t>
            </a:r>
            <a:r>
              <a:rPr kumimoji="1" lang="ko-KR" altLang="en-US" sz="2000" dirty="0"/>
              <a:t>반시계방향 회전</a:t>
            </a:r>
            <a:endParaRPr kumimoji="1" lang="en-US" altLang="ko-KR" sz="2000" dirty="0"/>
          </a:p>
          <a:p>
            <a:pPr marL="0" indent="0">
              <a:buNone/>
            </a:pPr>
            <a:r>
              <a:rPr kumimoji="1" lang="en-US" altLang="ko-KR" sz="2000" dirty="0"/>
              <a:t>		</a:t>
            </a:r>
            <a:r>
              <a:rPr kumimoji="1" lang="en-US" altLang="ko-KR" sz="2000" dirty="0" err="1"/>
              <a:t>pwm</a:t>
            </a:r>
            <a:r>
              <a:rPr kumimoji="1" lang="en-US" altLang="ko-KR" sz="2000" dirty="0"/>
              <a:t> = </a:t>
            </a:r>
            <a:r>
              <a:rPr kumimoji="1" lang="en-US" altLang="ko-KR" sz="2000" dirty="0" err="1"/>
              <a:t>pwm</a:t>
            </a:r>
            <a:r>
              <a:rPr kumimoji="1" lang="en-US" altLang="ko-KR" sz="2000" dirty="0"/>
              <a:t>[3] * 100 + </a:t>
            </a:r>
            <a:r>
              <a:rPr kumimoji="1" lang="en-US" altLang="ko-KR" sz="2000" dirty="0" err="1"/>
              <a:t>pwm</a:t>
            </a:r>
            <a:r>
              <a:rPr kumimoji="1" lang="en-US" altLang="ko-KR" sz="2000" dirty="0"/>
              <a:t>[2] *10 + </a:t>
            </a:r>
            <a:r>
              <a:rPr kumimoji="1" lang="en-US" altLang="ko-KR" sz="2000" dirty="0" err="1"/>
              <a:t>pwm</a:t>
            </a:r>
            <a:r>
              <a:rPr kumimoji="1" lang="en-US" altLang="ko-KR" sz="2000" dirty="0"/>
              <a:t>[0]</a:t>
            </a:r>
          </a:p>
          <a:p>
            <a:pPr marL="0" indent="0">
              <a:buNone/>
            </a:pPr>
            <a:r>
              <a:rPr kumimoji="1" lang="en-US" altLang="ko-KR" sz="2000" dirty="0"/>
              <a:t>--------------------------------------</a:t>
            </a:r>
          </a:p>
          <a:p>
            <a:pPr marL="0" indent="0">
              <a:buNone/>
            </a:pPr>
            <a:r>
              <a:rPr kumimoji="1" lang="en-US" altLang="ko-KR" sz="2000" dirty="0"/>
              <a:t>	if(10</a:t>
            </a:r>
            <a:r>
              <a:rPr kumimoji="1" lang="ko-KR" altLang="en-US" sz="2000" dirty="0"/>
              <a:t>바퀴 감지</a:t>
            </a:r>
            <a:r>
              <a:rPr kumimoji="1" lang="en-US" altLang="ko-KR" sz="2000" dirty="0"/>
              <a:t>)</a:t>
            </a:r>
          </a:p>
          <a:p>
            <a:pPr marL="0" indent="0">
              <a:buNone/>
            </a:pPr>
            <a:r>
              <a:rPr kumimoji="1" lang="en-US" altLang="ko-KR" sz="2000" dirty="0"/>
              <a:t>		</a:t>
            </a:r>
            <a:r>
              <a:rPr kumimoji="1" lang="en-US" altLang="ko-KR" sz="2000" dirty="0" err="1"/>
              <a:t>motor_flag</a:t>
            </a:r>
            <a:r>
              <a:rPr kumimoji="1" lang="en-US" altLang="ko-KR" sz="2000" dirty="0"/>
              <a:t> toggle</a:t>
            </a:r>
          </a:p>
          <a:p>
            <a:pPr marL="0" indent="0">
              <a:buNone/>
            </a:pPr>
            <a:r>
              <a:rPr kumimoji="1" lang="en-US" altLang="ko-KR" sz="2000" dirty="0"/>
              <a:t>		</a:t>
            </a:r>
            <a:r>
              <a:rPr kumimoji="1" lang="en-US" altLang="ko-KR" sz="2000" dirty="0" err="1"/>
              <a:t>pwm</a:t>
            </a:r>
            <a:r>
              <a:rPr kumimoji="1" lang="ko-KR" altLang="en-US" sz="2000" dirty="0"/>
              <a:t> 배열 오른쪽으로 한 칸 </a:t>
            </a:r>
            <a:r>
              <a:rPr kumimoji="1" lang="en-US" altLang="ko-KR" sz="2000" dirty="0"/>
              <a:t>shift</a:t>
            </a:r>
          </a:p>
        </p:txBody>
      </p:sp>
    </p:spTree>
    <p:extLst>
      <p:ext uri="{BB962C8B-B14F-4D97-AF65-F5344CB8AC3E}">
        <p14:creationId xmlns:p14="http://schemas.microsoft.com/office/powerpoint/2010/main" val="36420067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659</Words>
  <Application>Microsoft Macintosh PowerPoint</Application>
  <PresentationFormat>와이드스크린</PresentationFormat>
  <Paragraphs>77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마이크로프로세서 기말 프로젝트</vt:lpstr>
      <vt:lpstr>구현 성공 과제</vt:lpstr>
      <vt:lpstr>구현에 사용한 주요 Logic</vt:lpstr>
      <vt:lpstr>구현에 사용한 주요 Logic</vt:lpstr>
      <vt:lpstr>구현에 사용한 주요 Logic</vt:lpstr>
      <vt:lpstr>구현에 사용한 주요 Logic</vt:lpstr>
      <vt:lpstr>구현에 사용한 주요 Logic</vt:lpstr>
      <vt:lpstr>구현에 사용한 주요 Logic</vt:lpstr>
      <vt:lpstr>구현에 사용한 주요 Logic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김성진</dc:creator>
  <cp:lastModifiedBy>김성진</cp:lastModifiedBy>
  <cp:revision>3</cp:revision>
  <dcterms:created xsi:type="dcterms:W3CDTF">2024-06-07T13:40:11Z</dcterms:created>
  <dcterms:modified xsi:type="dcterms:W3CDTF">2024-06-07T14:47:51Z</dcterms:modified>
</cp:coreProperties>
</file>